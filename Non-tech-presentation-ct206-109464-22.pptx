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88C28-2611-1ED7-36E0-A3992A9DC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21A7D7-72F2-6418-5F51-A7417EFF7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2F046-3F74-DEFA-46D0-F39BDDF0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39547-B26E-4271-AE5A-30D7DA389CF9}" type="datetimeFigureOut">
              <a:rPr lang="en-KE" smtClean="0"/>
              <a:t>22/11/2025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BCF6C-A4F0-378A-CBB1-AF3D0E7FE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F5418-4552-8FEC-30DF-2F95079E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0524-B4AA-4257-87A9-743E15345C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758418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72A0F-B3FF-E290-0117-3E904B546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C2395-9E19-E168-4F92-552914D2A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0CBD4-AFD8-D8D3-17FD-A6E411289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39547-B26E-4271-AE5A-30D7DA389CF9}" type="datetimeFigureOut">
              <a:rPr lang="en-KE" smtClean="0"/>
              <a:t>22/11/2025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A430C-40CE-5792-339D-A7A6412E8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77BCB-48D0-7BFD-6A77-3DE72E430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0524-B4AA-4257-87A9-743E15345C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355625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B6827-4D99-7220-A680-0C638C173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09C75-6CB1-2293-3193-40A273174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11789-F58A-812C-68D4-0D9395272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39547-B26E-4271-AE5A-30D7DA389CF9}" type="datetimeFigureOut">
              <a:rPr lang="en-KE" smtClean="0"/>
              <a:t>22/11/2025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D7941-94D0-776E-F739-E32A215C5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4BC14-3C0E-83B5-39F2-FD97C84B4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0524-B4AA-4257-87A9-743E15345C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850336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E3118-9012-71C2-E77E-0FE40586B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B8A98-0B55-9715-1399-C6387AD176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11469-1A59-3D46-DF90-53B521E70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1585F-6ABD-67B2-989B-50CA8EB7E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39547-B26E-4271-AE5A-30D7DA389CF9}" type="datetimeFigureOut">
              <a:rPr lang="en-KE" smtClean="0"/>
              <a:t>22/11/2025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8C7AE-049D-2CC5-B709-8045D75B9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A1D8E-41FF-27C9-9A84-315580DD3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0524-B4AA-4257-87A9-743E15345C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733678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16BDD-493C-07B1-7BD1-1335DD626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96812-615B-E8F9-8093-9F797FE24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B2CA63-4A96-CAB5-2E3C-B866AAA92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951B7-4C0E-8032-F8A3-B9A5E9EA82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9AC984-F539-D130-B9EA-85A989CBB1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DA9F2B-B429-02B1-89F5-3885B7876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39547-B26E-4271-AE5A-30D7DA389CF9}" type="datetimeFigureOut">
              <a:rPr lang="en-KE" smtClean="0"/>
              <a:t>22/11/2025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8F3D12-58F9-164E-4110-F6D801A46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5F42CC-5E79-B1F5-21E3-9EDBA2CB1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0524-B4AA-4257-87A9-743E15345C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092994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83926-159D-A98F-6C66-0CD6D83D1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D4797-7FB9-29A2-933D-D85F171BB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39547-B26E-4271-AE5A-30D7DA389CF9}" type="datetimeFigureOut">
              <a:rPr lang="en-KE" smtClean="0"/>
              <a:t>22/11/2025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EAD40C-679D-664F-0C18-C90DAC63D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0FD9E3-90E3-8605-2380-713A76867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0524-B4AA-4257-87A9-743E15345C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652388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6AFE52-7B20-16D6-9DD7-A26FFA072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39547-B26E-4271-AE5A-30D7DA389CF9}" type="datetimeFigureOut">
              <a:rPr lang="en-KE" smtClean="0"/>
              <a:t>22/11/2025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EAE396-328A-954E-C582-B2FC192C2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D289B-E523-F5E2-37C4-25BF57B0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0524-B4AA-4257-87A9-743E15345C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356390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EA448-3F89-16B2-6015-A48B50EF6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02188-9758-8EE5-3842-4BC25499B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2F6C5B-BBDE-5E67-088A-8902A2A7F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845FE-81AA-4C5D-EF3F-373438E76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39547-B26E-4271-AE5A-30D7DA389CF9}" type="datetimeFigureOut">
              <a:rPr lang="en-KE" smtClean="0"/>
              <a:t>22/11/2025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97541-1824-C16A-9564-C79896CB1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63418-DDF1-262D-B605-7987AEF59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0524-B4AA-4257-87A9-743E15345C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998122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E43C1-6239-AE53-94D4-6005A2B94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63767E-A6C9-EFD2-AB07-18CA84E8DA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CB9A8-3FCC-0F0F-6AD3-ABA37AA5A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F38AC-047D-29F3-FC71-751655095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39547-B26E-4271-AE5A-30D7DA389CF9}" type="datetimeFigureOut">
              <a:rPr lang="en-KE" smtClean="0"/>
              <a:t>22/11/2025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3977B-E425-AE59-19FA-F873CE42A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E2CC4-1A2A-5D1E-A119-1A3C30DEB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0524-B4AA-4257-87A9-743E15345C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230848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0DBDB-80BB-50F6-65CD-98323B727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45AFD1-2BB3-4D10-52C0-9B54638497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2FB00-F608-C26E-3454-617334E54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39547-B26E-4271-AE5A-30D7DA389CF9}" type="datetimeFigureOut">
              <a:rPr lang="en-KE" smtClean="0"/>
              <a:t>22/11/2025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0BF0F-844A-D361-9C7D-E3B012A61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34DE7-384E-4EEB-FC5E-AF46063C1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0524-B4AA-4257-87A9-743E15345C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291560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FF16ED-74EF-75C5-D032-B1E7C0D5EB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DF091E-5EB0-8453-7FDC-F73319BB0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43E86-0A54-D0C2-BBD5-0B2804AAC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39547-B26E-4271-AE5A-30D7DA389CF9}" type="datetimeFigureOut">
              <a:rPr lang="en-KE" smtClean="0"/>
              <a:t>22/11/2025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0B011-5980-858E-DDBA-AA39494B7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528CA-7153-5050-FEDD-85DE29ECC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0524-B4AA-4257-87A9-743E15345C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26510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6F19EA-E3F0-AEBC-6D55-C87D5793C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C9C44-1ADF-E6A2-09A9-6BD452122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BC043-ADDF-0A7E-A188-0D38FD341A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039547-B26E-4271-AE5A-30D7DA389CF9}" type="datetimeFigureOut">
              <a:rPr lang="en-KE" smtClean="0"/>
              <a:t>22/11/2025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2A937-8AD4-AF03-A5AF-FA2482919B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E70E1-B056-6720-3FEE-AAD92C4F0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130524-B4AA-4257-87A9-743E15345CD5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646984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E17C9C-5B4D-B210-0645-37AEE6658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961"/>
            <a:ext cx="12191999" cy="680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007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5DA8C1-3159-4647-54AB-BECE8B1FE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"/>
            <a:ext cx="12192000" cy="682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979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F69AE4-9B6C-389B-C27B-2DE0FF7F2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2786"/>
            <a:ext cx="12192000" cy="694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212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674D4F-AA1B-3817-1838-FCF994A91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094" y="-1"/>
            <a:ext cx="12201093" cy="685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055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5F500A-27F7-85C9-9C68-555C90694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786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0D965B-5C5A-2009-F122-81F62F429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346"/>
            <a:ext cx="12231902" cy="673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822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91222A-A196-7C65-779F-963704D0A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86" y="0"/>
            <a:ext cx="122137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875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F932D5-DA14-AF09-FC0B-49197389C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4280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170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0DE550-FDC8-DAF2-172A-4D9895C86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4554" y="0"/>
            <a:ext cx="1238110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31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12DFD6-0D55-E6B1-9DE9-E41EF287E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392" y="0"/>
            <a:ext cx="12220392" cy="684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498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Njoki Brian</dc:creator>
  <cp:lastModifiedBy>Njoki Brian</cp:lastModifiedBy>
  <cp:revision>1</cp:revision>
  <dcterms:created xsi:type="dcterms:W3CDTF">2025-11-22T11:28:51Z</dcterms:created>
  <dcterms:modified xsi:type="dcterms:W3CDTF">2025-11-22T11:42:41Z</dcterms:modified>
</cp:coreProperties>
</file>